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60" r:id="rId1"/>
  </p:sldMasterIdLst>
  <p:notesMasterIdLst>
    <p:notesMasterId r:id="rId3"/>
  </p:notesMasterIdLst>
  <p:sldIdLst>
    <p:sldId id="32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2E2E"/>
    <a:srgbClr val="D9E0EF"/>
    <a:srgbClr val="6785C1"/>
    <a:srgbClr val="BECBE4"/>
    <a:srgbClr val="C9D4E9"/>
    <a:srgbClr val="A3B5D9"/>
    <a:srgbClr val="A3BBE1"/>
    <a:srgbClr val="11273E"/>
    <a:srgbClr val="0A2037"/>
    <a:srgbClr val="94A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4A93C-AA84-4711-80BA-21024B984FB8}" v="27" dt="2025-09-16T13:40:25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18" autoAdjust="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a Ariceta García" userId="8d56eb89965c5422" providerId="LiveId" clId="{779A3FBC-D7A3-4B91-8084-F9E0F3DBF0A8}"/>
    <pc:docChg chg="undo redo custSel delSld modSld">
      <pc:chgData name="Lorena Ariceta García" userId="8d56eb89965c5422" providerId="LiveId" clId="{779A3FBC-D7A3-4B91-8084-F9E0F3DBF0A8}" dt="2025-09-16T13:41:04.351" v="1260" actId="20577"/>
      <pc:docMkLst>
        <pc:docMk/>
      </pc:docMkLst>
      <pc:sldChg chg="del">
        <pc:chgData name="Lorena Ariceta García" userId="8d56eb89965c5422" providerId="LiveId" clId="{779A3FBC-D7A3-4B91-8084-F9E0F3DBF0A8}" dt="2025-09-16T07:15:45.610" v="0" actId="47"/>
        <pc:sldMkLst>
          <pc:docMk/>
          <pc:sldMk cId="1931240850" sldId="277"/>
        </pc:sldMkLst>
      </pc:sldChg>
      <pc:sldChg chg="addSp delSp modSp mod">
        <pc:chgData name="Lorena Ariceta García" userId="8d56eb89965c5422" providerId="LiveId" clId="{779A3FBC-D7A3-4B91-8084-F9E0F3DBF0A8}" dt="2025-09-16T13:41:04.351" v="1260" actId="20577"/>
        <pc:sldMkLst>
          <pc:docMk/>
          <pc:sldMk cId="395475654" sldId="327"/>
        </pc:sldMkLst>
        <pc:spChg chg="mod">
          <ac:chgData name="Lorena Ariceta García" userId="8d56eb89965c5422" providerId="LiveId" clId="{779A3FBC-D7A3-4B91-8084-F9E0F3DBF0A8}" dt="2025-09-16T13:33:32.920" v="880" actId="404"/>
          <ac:spMkLst>
            <pc:docMk/>
            <pc:sldMk cId="395475654" sldId="327"/>
            <ac:spMk id="2" creationId="{F4173510-AC4B-2FF2-958A-1B4946FF6EA7}"/>
          </ac:spMkLst>
        </pc:spChg>
        <pc:spChg chg="mod">
          <ac:chgData name="Lorena Ariceta García" userId="8d56eb89965c5422" providerId="LiveId" clId="{779A3FBC-D7A3-4B91-8084-F9E0F3DBF0A8}" dt="2025-09-16T07:17:22.931" v="14"/>
          <ac:spMkLst>
            <pc:docMk/>
            <pc:sldMk cId="395475654" sldId="327"/>
            <ac:spMk id="3" creationId="{EAAAF42F-AB47-94C1-1A6D-08E9E17B2A36}"/>
          </ac:spMkLst>
        </pc:spChg>
        <pc:spChg chg="add mod">
          <ac:chgData name="Lorena Ariceta García" userId="8d56eb89965c5422" providerId="LiveId" clId="{779A3FBC-D7A3-4B91-8084-F9E0F3DBF0A8}" dt="2025-09-16T13:33:39.189" v="882" actId="1076"/>
          <ac:spMkLst>
            <pc:docMk/>
            <pc:sldMk cId="395475654" sldId="327"/>
            <ac:spMk id="4" creationId="{FF127365-A56D-9403-6333-B4BB0BB0E030}"/>
          </ac:spMkLst>
        </pc:spChg>
        <pc:spChg chg="add del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5" creationId="{DF777ECC-65D3-14EB-0232-7CD0AB651553}"/>
          </ac:spMkLst>
        </pc:spChg>
        <pc:spChg chg="add del mod">
          <ac:chgData name="Lorena Ariceta García" userId="8d56eb89965c5422" providerId="LiveId" clId="{779A3FBC-D7A3-4B91-8084-F9E0F3DBF0A8}" dt="2025-09-16T13:33:50.204" v="883" actId="404"/>
          <ac:spMkLst>
            <pc:docMk/>
            <pc:sldMk cId="395475654" sldId="327"/>
            <ac:spMk id="6" creationId="{43077C22-91F1-77EC-281C-3B9279226BDC}"/>
          </ac:spMkLst>
        </pc:spChg>
        <pc:spChg chg="add del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7" creationId="{52B98B19-DF16-E24C-C165-FBE7628D0EBC}"/>
          </ac:spMkLst>
        </pc:spChg>
        <pc:spChg chg="add mod">
          <ac:chgData name="Lorena Ariceta García" userId="8d56eb89965c5422" providerId="LiveId" clId="{779A3FBC-D7A3-4B91-8084-F9E0F3DBF0A8}" dt="2025-09-16T07:23:13.124" v="435" actId="1076"/>
          <ac:spMkLst>
            <pc:docMk/>
            <pc:sldMk cId="395475654" sldId="327"/>
            <ac:spMk id="8" creationId="{B2B8D551-1825-F3D7-B35C-5546B3702FDD}"/>
          </ac:spMkLst>
        </pc:spChg>
        <pc:spChg chg="add mod">
          <ac:chgData name="Lorena Ariceta García" userId="8d56eb89965c5422" providerId="LiveId" clId="{779A3FBC-D7A3-4B91-8084-F9E0F3DBF0A8}" dt="2025-09-16T07:23:13.124" v="435" actId="1076"/>
          <ac:spMkLst>
            <pc:docMk/>
            <pc:sldMk cId="395475654" sldId="327"/>
            <ac:spMk id="9" creationId="{6E343E32-A727-5DA0-E79F-6572C38EE92D}"/>
          </ac:spMkLst>
        </pc:spChg>
        <pc:spChg chg="add del mod">
          <ac:chgData name="Lorena Ariceta García" userId="8d56eb89965c5422" providerId="LiveId" clId="{779A3FBC-D7A3-4B91-8084-F9E0F3DBF0A8}" dt="2025-09-16T07:24:01.904" v="444" actId="478"/>
          <ac:spMkLst>
            <pc:docMk/>
            <pc:sldMk cId="395475654" sldId="327"/>
            <ac:spMk id="10" creationId="{1CE1D61D-EA8D-E547-3FA8-08115E3AE6EF}"/>
          </ac:spMkLst>
        </pc:spChg>
        <pc:spChg chg="add del mod">
          <ac:chgData name="Lorena Ariceta García" userId="8d56eb89965c5422" providerId="LiveId" clId="{779A3FBC-D7A3-4B91-8084-F9E0F3DBF0A8}" dt="2025-09-16T07:24:01.904" v="444" actId="478"/>
          <ac:spMkLst>
            <pc:docMk/>
            <pc:sldMk cId="395475654" sldId="327"/>
            <ac:spMk id="11" creationId="{4D9E276C-A1BF-DAE2-2232-895C7C3E399F}"/>
          </ac:spMkLst>
        </pc:spChg>
        <pc:spChg chg="add del mod">
          <ac:chgData name="Lorena Ariceta García" userId="8d56eb89965c5422" providerId="LiveId" clId="{779A3FBC-D7A3-4B91-8084-F9E0F3DBF0A8}" dt="2025-09-16T07:24:01.904" v="444" actId="478"/>
          <ac:spMkLst>
            <pc:docMk/>
            <pc:sldMk cId="395475654" sldId="327"/>
            <ac:spMk id="12" creationId="{4DE49840-5D90-ECA2-FC10-C917145F11A1}"/>
          </ac:spMkLst>
        </pc:spChg>
        <pc:spChg chg="add del mod">
          <ac:chgData name="Lorena Ariceta García" userId="8d56eb89965c5422" providerId="LiveId" clId="{779A3FBC-D7A3-4B91-8084-F9E0F3DBF0A8}" dt="2025-09-16T07:24:01.904" v="444" actId="478"/>
          <ac:spMkLst>
            <pc:docMk/>
            <pc:sldMk cId="395475654" sldId="327"/>
            <ac:spMk id="14" creationId="{CC9A6D4D-1DED-E017-55A9-DB97E57A6AE1}"/>
          </ac:spMkLst>
        </pc:spChg>
        <pc:spChg chg="add del mod">
          <ac:chgData name="Lorena Ariceta García" userId="8d56eb89965c5422" providerId="LiveId" clId="{779A3FBC-D7A3-4B91-8084-F9E0F3DBF0A8}" dt="2025-09-16T07:24:01.904" v="444" actId="478"/>
          <ac:spMkLst>
            <pc:docMk/>
            <pc:sldMk cId="395475654" sldId="327"/>
            <ac:spMk id="15" creationId="{262E491A-C3DC-26BD-FFE6-2CF034DACE43}"/>
          </ac:spMkLst>
        </pc:spChg>
        <pc:spChg chg="add del mod">
          <ac:chgData name="Lorena Ariceta García" userId="8d56eb89965c5422" providerId="LiveId" clId="{779A3FBC-D7A3-4B91-8084-F9E0F3DBF0A8}" dt="2025-09-16T07:24:01.904" v="444" actId="478"/>
          <ac:spMkLst>
            <pc:docMk/>
            <pc:sldMk cId="395475654" sldId="327"/>
            <ac:spMk id="16" creationId="{AB4AF0E6-6188-0D21-3D9E-BD4C2D500F33}"/>
          </ac:spMkLst>
        </pc:spChg>
        <pc:spChg chg="add del mod">
          <ac:chgData name="Lorena Ariceta García" userId="8d56eb89965c5422" providerId="LiveId" clId="{779A3FBC-D7A3-4B91-8084-F9E0F3DBF0A8}" dt="2025-09-16T07:27:48.848" v="574" actId="478"/>
          <ac:spMkLst>
            <pc:docMk/>
            <pc:sldMk cId="395475654" sldId="327"/>
            <ac:spMk id="17" creationId="{2C238240-138F-14BC-4F02-CD1F39CD1DDE}"/>
          </ac:spMkLst>
        </pc:spChg>
        <pc:spChg chg="add del mod">
          <ac:chgData name="Lorena Ariceta García" userId="8d56eb89965c5422" providerId="LiveId" clId="{779A3FBC-D7A3-4B91-8084-F9E0F3DBF0A8}" dt="2025-09-16T07:27:48.848" v="574" actId="478"/>
          <ac:spMkLst>
            <pc:docMk/>
            <pc:sldMk cId="395475654" sldId="327"/>
            <ac:spMk id="18" creationId="{21476CDC-D9B9-4F7B-B116-61043356F582}"/>
          </ac:spMkLst>
        </pc:spChg>
        <pc:spChg chg="add del mod">
          <ac:chgData name="Lorena Ariceta García" userId="8d56eb89965c5422" providerId="LiveId" clId="{779A3FBC-D7A3-4B91-8084-F9E0F3DBF0A8}" dt="2025-09-16T07:27:48.848" v="574" actId="478"/>
          <ac:spMkLst>
            <pc:docMk/>
            <pc:sldMk cId="395475654" sldId="327"/>
            <ac:spMk id="19" creationId="{4C235477-8785-54A7-38B1-F3D7717BD17B}"/>
          </ac:spMkLst>
        </pc:spChg>
        <pc:spChg chg="add mod">
          <ac:chgData name="Lorena Ariceta García" userId="8d56eb89965c5422" providerId="LiveId" clId="{779A3FBC-D7A3-4B91-8084-F9E0F3DBF0A8}" dt="2025-09-16T07:24:07.794" v="446"/>
          <ac:spMkLst>
            <pc:docMk/>
            <pc:sldMk cId="395475654" sldId="327"/>
            <ac:spMk id="20" creationId="{674695C9-613A-87F6-E489-1C663707FE22}"/>
          </ac:spMkLst>
        </pc:spChg>
        <pc:spChg chg="add mod">
          <ac:chgData name="Lorena Ariceta García" userId="8d56eb89965c5422" providerId="LiveId" clId="{779A3FBC-D7A3-4B91-8084-F9E0F3DBF0A8}" dt="2025-09-16T07:24:07.794" v="446"/>
          <ac:spMkLst>
            <pc:docMk/>
            <pc:sldMk cId="395475654" sldId="327"/>
            <ac:spMk id="21" creationId="{455F30EC-E082-84C9-1351-F6EC8811CB9D}"/>
          </ac:spMkLst>
        </pc:spChg>
        <pc:spChg chg="add mod">
          <ac:chgData name="Lorena Ariceta García" userId="8d56eb89965c5422" providerId="LiveId" clId="{779A3FBC-D7A3-4B91-8084-F9E0F3DBF0A8}" dt="2025-09-16T07:24:07.794" v="446"/>
          <ac:spMkLst>
            <pc:docMk/>
            <pc:sldMk cId="395475654" sldId="327"/>
            <ac:spMk id="22" creationId="{73ED6AC0-4D83-0E58-028B-3A8F60BB4D0F}"/>
          </ac:spMkLst>
        </pc:spChg>
        <pc:spChg chg="add del mod">
          <ac:chgData name="Lorena Ariceta García" userId="8d56eb89965c5422" providerId="LiveId" clId="{779A3FBC-D7A3-4B91-8084-F9E0F3DBF0A8}" dt="2025-09-16T07:27:48.848" v="574" actId="478"/>
          <ac:spMkLst>
            <pc:docMk/>
            <pc:sldMk cId="395475654" sldId="327"/>
            <ac:spMk id="23" creationId="{8CC3B8DD-5A60-71D3-B7BD-C9D751C84D86}"/>
          </ac:spMkLst>
        </pc:spChg>
        <pc:spChg chg="add del mod">
          <ac:chgData name="Lorena Ariceta García" userId="8d56eb89965c5422" providerId="LiveId" clId="{779A3FBC-D7A3-4B91-8084-F9E0F3DBF0A8}" dt="2025-09-16T07:27:48.848" v="574" actId="478"/>
          <ac:spMkLst>
            <pc:docMk/>
            <pc:sldMk cId="395475654" sldId="327"/>
            <ac:spMk id="24" creationId="{13F7FBFA-A810-1E0A-3E21-E3EDF696DFAB}"/>
          </ac:spMkLst>
        </pc:spChg>
        <pc:spChg chg="add del mod">
          <ac:chgData name="Lorena Ariceta García" userId="8d56eb89965c5422" providerId="LiveId" clId="{779A3FBC-D7A3-4B91-8084-F9E0F3DBF0A8}" dt="2025-09-16T07:27:48.848" v="574" actId="478"/>
          <ac:spMkLst>
            <pc:docMk/>
            <pc:sldMk cId="395475654" sldId="327"/>
            <ac:spMk id="25" creationId="{8997D0A3-42F7-E414-FF3A-55CCCADBE3E3}"/>
          </ac:spMkLst>
        </pc:spChg>
        <pc:spChg chg="add mod">
          <ac:chgData name="Lorena Ariceta García" userId="8d56eb89965c5422" providerId="LiveId" clId="{779A3FBC-D7A3-4B91-8084-F9E0F3DBF0A8}" dt="2025-09-16T07:29:03.834" v="591" actId="1076"/>
          <ac:spMkLst>
            <pc:docMk/>
            <pc:sldMk cId="395475654" sldId="327"/>
            <ac:spMk id="26" creationId="{14BC4B5E-B186-B1BE-906E-EED53355396C}"/>
          </ac:spMkLst>
        </pc:spChg>
        <pc:spChg chg="add mod">
          <ac:chgData name="Lorena Ariceta García" userId="8d56eb89965c5422" providerId="LiveId" clId="{779A3FBC-D7A3-4B91-8084-F9E0F3DBF0A8}" dt="2025-09-16T07:29:03.834" v="591" actId="1076"/>
          <ac:spMkLst>
            <pc:docMk/>
            <pc:sldMk cId="395475654" sldId="327"/>
            <ac:spMk id="27" creationId="{5A0E49A4-9B54-2876-4BEB-D479CD5672FC}"/>
          </ac:spMkLst>
        </pc:spChg>
        <pc:spChg chg="add mod">
          <ac:chgData name="Lorena Ariceta García" userId="8d56eb89965c5422" providerId="LiveId" clId="{779A3FBC-D7A3-4B91-8084-F9E0F3DBF0A8}" dt="2025-09-16T07:29:03.834" v="591" actId="1076"/>
          <ac:spMkLst>
            <pc:docMk/>
            <pc:sldMk cId="395475654" sldId="327"/>
            <ac:spMk id="28" creationId="{943007B3-00BF-7E17-3355-52AE2D5D2D10}"/>
          </ac:spMkLst>
        </pc:spChg>
        <pc:spChg chg="add mod">
          <ac:chgData name="Lorena Ariceta García" userId="8d56eb89965c5422" providerId="LiveId" clId="{779A3FBC-D7A3-4B91-8084-F9E0F3DBF0A8}" dt="2025-09-16T07:29:03.037" v="590" actId="1076"/>
          <ac:spMkLst>
            <pc:docMk/>
            <pc:sldMk cId="395475654" sldId="327"/>
            <ac:spMk id="29" creationId="{2A36D3AE-4608-5426-7238-53DFA4228111}"/>
          </ac:spMkLst>
        </pc:spChg>
        <pc:spChg chg="add mod">
          <ac:chgData name="Lorena Ariceta García" userId="8d56eb89965c5422" providerId="LiveId" clId="{779A3FBC-D7A3-4B91-8084-F9E0F3DBF0A8}" dt="2025-09-16T07:29:03.037" v="590" actId="1076"/>
          <ac:spMkLst>
            <pc:docMk/>
            <pc:sldMk cId="395475654" sldId="327"/>
            <ac:spMk id="30" creationId="{65C41F6D-6E3F-3089-A30D-2164371438A3}"/>
          </ac:spMkLst>
        </pc:spChg>
        <pc:spChg chg="add mod">
          <ac:chgData name="Lorena Ariceta García" userId="8d56eb89965c5422" providerId="LiveId" clId="{779A3FBC-D7A3-4B91-8084-F9E0F3DBF0A8}" dt="2025-09-16T07:29:03.037" v="590" actId="1076"/>
          <ac:spMkLst>
            <pc:docMk/>
            <pc:sldMk cId="395475654" sldId="327"/>
            <ac:spMk id="31" creationId="{48B250CC-CE65-6F92-08DA-831DDC1B241F}"/>
          </ac:spMkLst>
        </pc:spChg>
        <pc:spChg chg="add mod">
          <ac:chgData name="Lorena Ariceta García" userId="8d56eb89965c5422" providerId="LiveId" clId="{779A3FBC-D7A3-4B91-8084-F9E0F3DBF0A8}" dt="2025-09-16T13:34:57.145" v="895" actId="14100"/>
          <ac:spMkLst>
            <pc:docMk/>
            <pc:sldMk cId="395475654" sldId="327"/>
            <ac:spMk id="32" creationId="{FE4F9916-D286-F083-8E8F-7181A3F33D13}"/>
          </ac:spMkLst>
        </pc:spChg>
        <pc:spChg chg="add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33" creationId="{411F3D73-48A2-DE17-550F-6282813661B4}"/>
          </ac:spMkLst>
        </pc:spChg>
        <pc:spChg chg="add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34" creationId="{6474D90F-8FE3-BCED-6373-32D077C5DC47}"/>
          </ac:spMkLst>
        </pc:spChg>
        <pc:spChg chg="add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35" creationId="{965CB956-9D19-7B48-D45F-78A8BE77449B}"/>
          </ac:spMkLst>
        </pc:spChg>
        <pc:spChg chg="add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36" creationId="{79B9F107-34E8-7DFB-B4A1-848DD6A19B46}"/>
          </ac:spMkLst>
        </pc:spChg>
        <pc:spChg chg="add mod">
          <ac:chgData name="Lorena Ariceta García" userId="8d56eb89965c5422" providerId="LiveId" clId="{779A3FBC-D7A3-4B91-8084-F9E0F3DBF0A8}" dt="2025-09-16T13:34:34.343" v="890" actId="1076"/>
          <ac:spMkLst>
            <pc:docMk/>
            <pc:sldMk cId="395475654" sldId="327"/>
            <ac:spMk id="37" creationId="{1B69124C-658A-EC92-924F-12A7EC17043A}"/>
          </ac:spMkLst>
        </pc:spChg>
        <pc:spChg chg="add mod">
          <ac:chgData name="Lorena Ariceta García" userId="8d56eb89965c5422" providerId="LiveId" clId="{779A3FBC-D7A3-4B91-8084-F9E0F3DBF0A8}" dt="2025-09-16T13:35:00.329" v="896" actId="14100"/>
          <ac:spMkLst>
            <pc:docMk/>
            <pc:sldMk cId="395475654" sldId="327"/>
            <ac:spMk id="38" creationId="{B10D6CD1-D4C7-1C44-7C8E-50D51EB12038}"/>
          </ac:spMkLst>
        </pc:spChg>
        <pc:spChg chg="add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39" creationId="{1C22093A-A629-9D7A-288A-5D0DC6BAA652}"/>
          </ac:spMkLst>
        </pc:spChg>
        <pc:spChg chg="add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40" creationId="{907E1CC0-B9B2-EC50-FA0E-61407C4101CD}"/>
          </ac:spMkLst>
        </pc:spChg>
        <pc:spChg chg="add del mod">
          <ac:chgData name="Lorena Ariceta García" userId="8d56eb89965c5422" providerId="LiveId" clId="{779A3FBC-D7A3-4B91-8084-F9E0F3DBF0A8}" dt="2025-09-16T07:32:29.181" v="702" actId="478"/>
          <ac:spMkLst>
            <pc:docMk/>
            <pc:sldMk cId="395475654" sldId="327"/>
            <ac:spMk id="41" creationId="{BE51D75F-3E73-3D37-89C0-EDEC05BB416E}"/>
          </ac:spMkLst>
        </pc:spChg>
        <pc:spChg chg="add del mod">
          <ac:chgData name="Lorena Ariceta García" userId="8d56eb89965c5422" providerId="LiveId" clId="{779A3FBC-D7A3-4B91-8084-F9E0F3DBF0A8}" dt="2025-09-16T07:32:29.181" v="702" actId="478"/>
          <ac:spMkLst>
            <pc:docMk/>
            <pc:sldMk cId="395475654" sldId="327"/>
            <ac:spMk id="42" creationId="{7D379FBC-A752-005B-3301-03691A3CA384}"/>
          </ac:spMkLst>
        </pc:spChg>
        <pc:spChg chg="add del mod">
          <ac:chgData name="Lorena Ariceta García" userId="8d56eb89965c5422" providerId="LiveId" clId="{779A3FBC-D7A3-4B91-8084-F9E0F3DBF0A8}" dt="2025-09-16T07:32:29.181" v="702" actId="478"/>
          <ac:spMkLst>
            <pc:docMk/>
            <pc:sldMk cId="395475654" sldId="327"/>
            <ac:spMk id="43" creationId="{A9DE4492-CAE6-06AE-58CE-5C2AB69C1D95}"/>
          </ac:spMkLst>
        </pc:spChg>
        <pc:spChg chg="add mod">
          <ac:chgData name="Lorena Ariceta García" userId="8d56eb89965c5422" providerId="LiveId" clId="{779A3FBC-D7A3-4B91-8084-F9E0F3DBF0A8}" dt="2025-09-16T13:40:27.446" v="1248" actId="20577"/>
          <ac:spMkLst>
            <pc:docMk/>
            <pc:sldMk cId="395475654" sldId="327"/>
            <ac:spMk id="44" creationId="{EF49CBBA-7E12-3955-F45E-0B631B89B679}"/>
          </ac:spMkLst>
        </pc:spChg>
        <pc:spChg chg="add mod">
          <ac:chgData name="Lorena Ariceta García" userId="8d56eb89965c5422" providerId="LiveId" clId="{779A3FBC-D7A3-4B91-8084-F9E0F3DBF0A8}" dt="2025-09-16T13:40:22.914" v="1241" actId="21"/>
          <ac:spMkLst>
            <pc:docMk/>
            <pc:sldMk cId="395475654" sldId="327"/>
            <ac:spMk id="45" creationId="{1DE85DAA-8616-1E57-0484-F562AD8EE349}"/>
          </ac:spMkLst>
        </pc:spChg>
        <pc:spChg chg="add mod">
          <ac:chgData name="Lorena Ariceta García" userId="8d56eb89965c5422" providerId="LiveId" clId="{779A3FBC-D7A3-4B91-8084-F9E0F3DBF0A8}" dt="2025-09-16T13:40:40.334" v="1249" actId="20577"/>
          <ac:spMkLst>
            <pc:docMk/>
            <pc:sldMk cId="395475654" sldId="327"/>
            <ac:spMk id="46" creationId="{E33F7347-4785-853F-8FEF-9E3967C813C7}"/>
          </ac:spMkLst>
        </pc:spChg>
        <pc:spChg chg="add mod">
          <ac:chgData name="Lorena Ariceta García" userId="8d56eb89965c5422" providerId="LiveId" clId="{779A3FBC-D7A3-4B91-8084-F9E0F3DBF0A8}" dt="2025-09-16T13:35:47.732" v="901" actId="1076"/>
          <ac:spMkLst>
            <pc:docMk/>
            <pc:sldMk cId="395475654" sldId="327"/>
            <ac:spMk id="47" creationId="{52F83782-D3B9-17CB-DE09-FCE3D2164920}"/>
          </ac:spMkLst>
        </pc:spChg>
        <pc:spChg chg="add mod">
          <ac:chgData name="Lorena Ariceta García" userId="8d56eb89965c5422" providerId="LiveId" clId="{779A3FBC-D7A3-4B91-8084-F9E0F3DBF0A8}" dt="2025-09-16T13:41:04.351" v="1260" actId="20577"/>
          <ac:spMkLst>
            <pc:docMk/>
            <pc:sldMk cId="395475654" sldId="327"/>
            <ac:spMk id="48" creationId="{64A24CFE-C4C2-E88F-C2B2-54E84F187BAA}"/>
          </ac:spMkLst>
        </pc:spChg>
      </pc:sldChg>
      <pc:sldChg chg="del">
        <pc:chgData name="Lorena Ariceta García" userId="8d56eb89965c5422" providerId="LiveId" clId="{779A3FBC-D7A3-4B91-8084-F9E0F3DBF0A8}" dt="2025-09-16T07:15:53.904" v="2" actId="47"/>
        <pc:sldMkLst>
          <pc:docMk/>
          <pc:sldMk cId="1532356698" sldId="329"/>
        </pc:sldMkLst>
      </pc:sldChg>
      <pc:sldChg chg="del">
        <pc:chgData name="Lorena Ariceta García" userId="8d56eb89965c5422" providerId="LiveId" clId="{779A3FBC-D7A3-4B91-8084-F9E0F3DBF0A8}" dt="2025-09-16T07:15:54.635" v="4" actId="47"/>
        <pc:sldMkLst>
          <pc:docMk/>
          <pc:sldMk cId="3399430610" sldId="330"/>
        </pc:sldMkLst>
      </pc:sldChg>
      <pc:sldChg chg="del">
        <pc:chgData name="Lorena Ariceta García" userId="8d56eb89965c5422" providerId="LiveId" clId="{779A3FBC-D7A3-4B91-8084-F9E0F3DBF0A8}" dt="2025-09-16T07:15:55.663" v="6" actId="47"/>
        <pc:sldMkLst>
          <pc:docMk/>
          <pc:sldMk cId="665964767" sldId="332"/>
        </pc:sldMkLst>
      </pc:sldChg>
      <pc:sldChg chg="del">
        <pc:chgData name="Lorena Ariceta García" userId="8d56eb89965c5422" providerId="LiveId" clId="{779A3FBC-D7A3-4B91-8084-F9E0F3DBF0A8}" dt="2025-09-16T07:15:57.092" v="7" actId="47"/>
        <pc:sldMkLst>
          <pc:docMk/>
          <pc:sldMk cId="310814409" sldId="335"/>
        </pc:sldMkLst>
      </pc:sldChg>
      <pc:sldChg chg="del">
        <pc:chgData name="Lorena Ariceta García" userId="8d56eb89965c5422" providerId="LiveId" clId="{779A3FBC-D7A3-4B91-8084-F9E0F3DBF0A8}" dt="2025-09-16T07:15:53.560" v="1" actId="47"/>
        <pc:sldMkLst>
          <pc:docMk/>
          <pc:sldMk cId="760894721" sldId="339"/>
        </pc:sldMkLst>
      </pc:sldChg>
      <pc:sldChg chg="del">
        <pc:chgData name="Lorena Ariceta García" userId="8d56eb89965c5422" providerId="LiveId" clId="{779A3FBC-D7A3-4B91-8084-F9E0F3DBF0A8}" dt="2025-09-16T07:15:54.300" v="3" actId="47"/>
        <pc:sldMkLst>
          <pc:docMk/>
          <pc:sldMk cId="1184493224" sldId="340"/>
        </pc:sldMkLst>
      </pc:sldChg>
      <pc:sldChg chg="del">
        <pc:chgData name="Lorena Ariceta García" userId="8d56eb89965c5422" providerId="LiveId" clId="{779A3FBC-D7A3-4B91-8084-F9E0F3DBF0A8}" dt="2025-09-16T07:15:55.039" v="5" actId="47"/>
        <pc:sldMkLst>
          <pc:docMk/>
          <pc:sldMk cId="2152974942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01C50-F5C4-4730-B59E-773FA8ACD84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26836-1F3B-47FC-9B52-50F2777390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71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31E92-C8A1-55BC-B40D-86171267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BC5360-27B7-ED01-0341-2FA49EBA1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C42531F-A345-20D9-2DDF-93A8471A8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A5130C-FD41-A73E-C645-B36BBAF8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26836-1F3B-47FC-9B52-50F27773902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505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C9AE1-CD83-82CA-FA43-EECE9D9D5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F7E7DA-4013-EC69-E218-B4A6AC14A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9731EE-DF47-EDAF-3A8C-D828B77D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793D-8C0C-48B6-A78F-32C76B85DD0E}" type="datetime1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F8B112-A351-D271-D42F-26499E01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740E1C-ACD6-EA79-8A46-8BB67890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291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17EB6-ED9B-6461-C61A-96B13346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875046-37C6-26CB-0E4B-7625FFE08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6A4BB1-7A2D-B543-B91D-8FEF40C3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9C1B-0048-46D2-ACE5-38F54D4E2E46}" type="datetime1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2A74A7-D7C5-2135-53C0-58ED06B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FDA27C-FE2F-2394-C7C7-6AF1B5A7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521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8BFA6-4FC1-905D-C5F0-2B004AEB4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8FEDB3-F5B8-71B2-16F7-949741C11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313FEA-BF1C-678D-238E-CE2DA587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0096-AD09-480A-BF72-673C4395E59A}" type="datetime1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26BEDE-AA63-1870-94B7-475360BC4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84EDB9-936A-CE7F-E0BD-28DE7E43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348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58B5-3CFF-A54A-E486-BE203B2F0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C5D828-78D4-A426-CFE9-F73158AE6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F35207-514E-B703-F409-7061DCFE1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954E40-56DD-D227-DD2A-059C826F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5F38C-E08F-460B-9B82-ECFC5F14F6A1}" type="datetime1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B10E8D-FD9F-EC1F-65C0-CE989345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ACF18D-6F14-3F48-7D1B-8810622D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011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FA715-908F-A103-E3D9-26FA0E42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CE4157-7AF9-B000-982B-2DCF18FA5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16D3E3-B793-FC0A-5FEF-30D961C92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69AA7D-E412-B07C-80A0-942EAA6A0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EA6AEE-94C2-7816-749B-C28FB83CF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6EBE50-B3CC-34FB-9ED9-CC5C448F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7FD0-CD44-45D4-BE6A-B571AF928357}" type="datetime1">
              <a:rPr lang="es-ES" smtClean="0"/>
              <a:t>16/09/2025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BBFE66F-9A40-5B37-1F04-49E3FC8B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BA9C4A0-FD37-4C6A-45A7-245B0605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212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B3D800-C876-6B57-39C9-2D7272EB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7DA3B0-EF62-9BC3-0125-517912D68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B19F-3BA0-487E-8711-9A83590700BA}" type="datetime1">
              <a:rPr lang="es-ES" smtClean="0"/>
              <a:t>16/09/2025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D62828-5BDF-A71F-E03E-E943995DE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16AEB8-0D60-F656-3C79-6A2EF2FD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5249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CDA737-FB63-BE17-F84C-E912B1BC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5A05-0C85-4AA8-BB8A-88E9197DFD59}" type="datetime1">
              <a:rPr lang="es-ES" smtClean="0"/>
              <a:t>16/09/2025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5F0EB62-D8E0-16FE-4C02-01ED7453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13B71C-8141-FC5F-64FC-0F999DE0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647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BFC49-0483-3366-F804-6905E5A4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F0C920-B2D5-E81A-A628-AFCF3069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574BFA-0EE3-EE0C-F916-A8CB74A41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2DA881-0957-BFE9-0DC5-4EE55880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9CE-386A-4A27-8868-49CF52015A5D}" type="datetime1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B41A40-1840-B839-A416-0DC5456A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B16B12-B513-4C02-EFDD-78F83721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7055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D3719-9B55-5222-627A-2293015B5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77F96A-C5F8-10D0-62B0-3704841F0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68E3B6-AF12-ED20-55A0-B6132FF23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81D119-7372-9F11-5331-9A3C317E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2EEB8-657E-4B4C-9EEE-992BE97BB574}" type="datetime1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2B0B45-F330-8FD2-5444-B1E2310E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25A283-C047-C206-C09D-DBBF847E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149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C07E1-7E3F-431D-C5EA-9999021F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840CB6-2B08-C89B-A6C0-997A1E2BD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1B2B80-C1DC-E5BC-2EDA-DB8172F7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AF26-6273-402F-A36E-3FC6D73122C9}" type="datetime1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0FE7FF-93BD-5608-0755-03019DA0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02D3C2-E0DA-3394-0E46-283E205B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298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A85A3A-31E9-F0A5-8635-53928B586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4AD996-D837-4BC8-5302-9ADBED488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982295-C790-D7A8-B52E-F5297CC1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B3BA-D2FA-4119-B5FC-248DE11D2491}" type="datetime1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6AEB4A-2557-073F-0703-544A4622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6F59E-CCE0-87EE-C695-7B18C647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265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123A82-098A-8076-2A49-F4885F46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296884-9D51-C114-9927-BB0E673AC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495F66-15EC-E36E-301B-4E9B8CDE9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1A281-0CE7-4EEF-BDCC-B7FF58F8090A}" type="datetime1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EAC572-3B67-64A1-5995-BAB680602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8FDC0B-0258-7A0D-E58C-FABA61B82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5F153-4EF2-41B8-99D5-3F342EF7B7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71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3B52-2B1C-5481-21DF-56425AB3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173510-AC4B-2FF2-958A-1B4946FF6EA7}"/>
              </a:ext>
            </a:extLst>
          </p:cNvPr>
          <p:cNvSpPr txBox="1"/>
          <p:nvPr/>
        </p:nvSpPr>
        <p:spPr>
          <a:xfrm>
            <a:off x="540311" y="1183647"/>
            <a:ext cx="10661088" cy="1200329"/>
          </a:xfrm>
          <a:prstGeom prst="rect">
            <a:avLst/>
          </a:prstGeom>
          <a:solidFill>
            <a:srgbClr val="D9E0E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200" b="1" dirty="0"/>
              <a:t>Contexto: </a:t>
            </a:r>
            <a:r>
              <a:rPr lang="es-ES" sz="1200" dirty="0"/>
              <a:t>Evaluación de exámenes MIR mediante técnicas de IA</a:t>
            </a:r>
          </a:p>
          <a:p>
            <a:endParaRPr lang="es-ES" sz="1200" dirty="0"/>
          </a:p>
          <a:p>
            <a:r>
              <a:rPr lang="es-ES" sz="1200" b="1" dirty="0"/>
              <a:t>Objetivos principales</a:t>
            </a:r>
            <a:endParaRPr lang="es-ES" sz="1200" dirty="0"/>
          </a:p>
          <a:p>
            <a:pPr marL="342900" indent="-342900">
              <a:buFont typeface="+mj-lt"/>
              <a:buAutoNum type="arabicPeriod"/>
            </a:pPr>
            <a:r>
              <a:rPr lang="es-ES" sz="1200" dirty="0"/>
              <a:t>Preparar y estructurar base de datos de exámenes MIR.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200" dirty="0"/>
              <a:t>Desarrollar y comparar modelos de IA con y sin </a:t>
            </a:r>
            <a:r>
              <a:rPr lang="es-ES" sz="1200" dirty="0" err="1"/>
              <a:t>prompts</a:t>
            </a:r>
            <a:r>
              <a:rPr lang="es-ES" sz="12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200" dirty="0"/>
              <a:t>Evaluar el impacto en rendimiento y aplicabilidad práctica.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7F4E6650-DCE2-C795-F2DD-3C53F10E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F153-4EF2-41B8-99D5-3F342EF7B767}" type="slidenum">
              <a:rPr lang="es-ES" smtClean="0"/>
              <a:t>1</a:t>
            </a:fld>
            <a:endParaRPr lang="es-ES" dirty="0"/>
          </a:p>
        </p:txBody>
      </p:sp>
      <p:sp>
        <p:nvSpPr>
          <p:cNvPr id="3" name="Google Shape;68;p15">
            <a:extLst>
              <a:ext uri="{FF2B5EF4-FFF2-40B4-BE49-F238E27FC236}">
                <a16:creationId xmlns:a16="http://schemas.microsoft.com/office/drawing/2014/main" id="{EAAAF42F-AB47-94C1-1A6D-08E9E17B2A36}"/>
              </a:ext>
            </a:extLst>
          </p:cNvPr>
          <p:cNvSpPr txBox="1">
            <a:spLocks/>
          </p:cNvSpPr>
          <p:nvPr/>
        </p:nvSpPr>
        <p:spPr>
          <a:xfrm>
            <a:off x="540311" y="446228"/>
            <a:ext cx="11880300" cy="737419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990"/>
            </a:pPr>
            <a:r>
              <a:rPr lang="es-ES" sz="2600" b="1" dirty="0">
                <a:solidFill>
                  <a:srgbClr val="6785C1"/>
                </a:solidFill>
                <a:latin typeface="+mn-lt"/>
                <a:ea typeface="Proxima Nova"/>
                <a:cs typeface="Times New Roman" panose="02020603050405020304" pitchFamily="18" charset="0"/>
                <a:sym typeface="Proxima Nova"/>
              </a:rPr>
              <a:t>Diagnóstico con IA: ¿Aliado o Riesgo? Análisis de Modelos de Lenguaje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127365-A56D-9403-6333-B4BB0BB0E030}"/>
              </a:ext>
            </a:extLst>
          </p:cNvPr>
          <p:cNvSpPr txBox="1"/>
          <p:nvPr/>
        </p:nvSpPr>
        <p:spPr>
          <a:xfrm>
            <a:off x="540311" y="2600890"/>
            <a:ext cx="57565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600" b="1" dirty="0"/>
              <a:t>METODOLOGÍA</a:t>
            </a:r>
            <a:endParaRPr lang="es-ES" sz="160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F777ECC-65D3-14EB-0232-7CD0AB651553}"/>
              </a:ext>
            </a:extLst>
          </p:cNvPr>
          <p:cNvSpPr/>
          <p:nvPr/>
        </p:nvSpPr>
        <p:spPr>
          <a:xfrm>
            <a:off x="540311" y="3331825"/>
            <a:ext cx="2431489" cy="663040"/>
          </a:xfrm>
          <a:prstGeom prst="roundRect">
            <a:avLst/>
          </a:prstGeom>
          <a:noFill/>
          <a:ln>
            <a:solidFill>
              <a:srgbClr val="8FA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3077C22-91F1-77EC-281C-3B9279226BDC}"/>
              </a:ext>
            </a:extLst>
          </p:cNvPr>
          <p:cNvSpPr/>
          <p:nvPr/>
        </p:nvSpPr>
        <p:spPr>
          <a:xfrm>
            <a:off x="1481941" y="3084280"/>
            <a:ext cx="548229" cy="495090"/>
          </a:xfrm>
          <a:prstGeom prst="ellipse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B98B19-DF16-E24C-C165-FBE7628D0EBC}"/>
              </a:ext>
            </a:extLst>
          </p:cNvPr>
          <p:cNvSpPr txBox="1"/>
          <p:nvPr/>
        </p:nvSpPr>
        <p:spPr>
          <a:xfrm>
            <a:off x="540310" y="3626172"/>
            <a:ext cx="2431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Recopilación</a:t>
            </a:r>
            <a:r>
              <a:rPr lang="en-US" sz="1200" b="1" dirty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 del </a:t>
            </a:r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dato</a:t>
            </a:r>
            <a:endParaRPr lang="es-ES" sz="1200" b="1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FE4F9916-D286-F083-8E8F-7181A3F33D13}"/>
              </a:ext>
            </a:extLst>
          </p:cNvPr>
          <p:cNvSpPr/>
          <p:nvPr/>
        </p:nvSpPr>
        <p:spPr>
          <a:xfrm>
            <a:off x="6026710" y="3331020"/>
            <a:ext cx="2431489" cy="663041"/>
          </a:xfrm>
          <a:prstGeom prst="roundRect">
            <a:avLst/>
          </a:prstGeom>
          <a:noFill/>
          <a:ln>
            <a:solidFill>
              <a:srgbClr val="8FA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11F3D73-48A2-DE17-550F-6282813661B4}"/>
              </a:ext>
            </a:extLst>
          </p:cNvPr>
          <p:cNvSpPr/>
          <p:nvPr/>
        </p:nvSpPr>
        <p:spPr>
          <a:xfrm>
            <a:off x="7033917" y="3081955"/>
            <a:ext cx="548229" cy="495090"/>
          </a:xfrm>
          <a:prstGeom prst="ellipse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474D90F-8FE3-BCED-6373-32D077C5DC47}"/>
              </a:ext>
            </a:extLst>
          </p:cNvPr>
          <p:cNvSpPr txBox="1"/>
          <p:nvPr/>
        </p:nvSpPr>
        <p:spPr>
          <a:xfrm>
            <a:off x="6026710" y="3626172"/>
            <a:ext cx="2431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Diseño</a:t>
            </a:r>
            <a:r>
              <a:rPr lang="en-US" sz="1200" b="1" dirty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 y </a:t>
            </a:r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prueba</a:t>
            </a:r>
            <a:r>
              <a:rPr lang="en-US" sz="1200" b="1" dirty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 de </a:t>
            </a:r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modelos</a:t>
            </a:r>
            <a:endParaRPr lang="es-ES" sz="1200" b="1" dirty="0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965CB956-9D19-7B48-D45F-78A8BE77449B}"/>
              </a:ext>
            </a:extLst>
          </p:cNvPr>
          <p:cNvSpPr/>
          <p:nvPr/>
        </p:nvSpPr>
        <p:spPr>
          <a:xfrm>
            <a:off x="3283510" y="3331825"/>
            <a:ext cx="2431489" cy="663040"/>
          </a:xfrm>
          <a:prstGeom prst="roundRect">
            <a:avLst/>
          </a:prstGeom>
          <a:noFill/>
          <a:ln>
            <a:solidFill>
              <a:srgbClr val="8FA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79B9F107-34E8-7DFB-B4A1-848DD6A19B46}"/>
              </a:ext>
            </a:extLst>
          </p:cNvPr>
          <p:cNvSpPr/>
          <p:nvPr/>
        </p:nvSpPr>
        <p:spPr>
          <a:xfrm>
            <a:off x="4249872" y="3084280"/>
            <a:ext cx="548229" cy="495090"/>
          </a:xfrm>
          <a:prstGeom prst="ellipse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B69124C-658A-EC92-924F-12A7EC17043A}"/>
              </a:ext>
            </a:extLst>
          </p:cNvPr>
          <p:cNvSpPr txBox="1"/>
          <p:nvPr/>
        </p:nvSpPr>
        <p:spPr>
          <a:xfrm>
            <a:off x="3283509" y="3626172"/>
            <a:ext cx="2431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Preparación</a:t>
            </a:r>
            <a:r>
              <a:rPr lang="en-US" sz="1200" b="1" dirty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 del </a:t>
            </a:r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dato</a:t>
            </a:r>
            <a:endParaRPr lang="es-ES" sz="1200" b="1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10D6CD1-D4C7-1C44-7C8E-50D51EB12038}"/>
              </a:ext>
            </a:extLst>
          </p:cNvPr>
          <p:cNvSpPr/>
          <p:nvPr/>
        </p:nvSpPr>
        <p:spPr>
          <a:xfrm>
            <a:off x="8769910" y="3331021"/>
            <a:ext cx="2431489" cy="663040"/>
          </a:xfrm>
          <a:prstGeom prst="roundRect">
            <a:avLst/>
          </a:prstGeom>
          <a:noFill/>
          <a:ln>
            <a:solidFill>
              <a:srgbClr val="8FA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1C22093A-A629-9D7A-288A-5D0DC6BAA652}"/>
              </a:ext>
            </a:extLst>
          </p:cNvPr>
          <p:cNvSpPr/>
          <p:nvPr/>
        </p:nvSpPr>
        <p:spPr>
          <a:xfrm>
            <a:off x="9682880" y="3071564"/>
            <a:ext cx="548229" cy="495090"/>
          </a:xfrm>
          <a:prstGeom prst="ellipse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07E1CC0-B9B2-EC50-FA0E-61407C4101CD}"/>
              </a:ext>
            </a:extLst>
          </p:cNvPr>
          <p:cNvSpPr txBox="1"/>
          <p:nvPr/>
        </p:nvSpPr>
        <p:spPr>
          <a:xfrm>
            <a:off x="8769910" y="3629574"/>
            <a:ext cx="2431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Resultados</a:t>
            </a:r>
            <a:r>
              <a:rPr lang="en-US" sz="1200" b="1" dirty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 </a:t>
            </a:r>
            <a:r>
              <a:rPr lang="en-US" sz="1200" b="1" dirty="0" err="1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</a:rPr>
              <a:t>preliminares</a:t>
            </a:r>
            <a:endParaRPr lang="es-ES" sz="1200" b="1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F49CBBA-7E12-3955-F45E-0B631B89B679}"/>
              </a:ext>
            </a:extLst>
          </p:cNvPr>
          <p:cNvSpPr txBox="1"/>
          <p:nvPr/>
        </p:nvSpPr>
        <p:spPr>
          <a:xfrm>
            <a:off x="540309" y="4129677"/>
            <a:ext cx="24314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Exámenes MIR clasificados por especialidad (Biología, Medicina, Psicología…) 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 web Ministerio de Salud</a:t>
            </a:r>
          </a:p>
          <a:p>
            <a:endParaRPr lang="es-ES" sz="1200" dirty="0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DE85DAA-8616-1E57-0484-F562AD8EE349}"/>
              </a:ext>
            </a:extLst>
          </p:cNvPr>
          <p:cNvSpPr txBox="1"/>
          <p:nvPr/>
        </p:nvSpPr>
        <p:spPr>
          <a:xfrm>
            <a:off x="3283509" y="4129676"/>
            <a:ext cx="24314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Extraer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</a:rPr>
              <a:t>pdf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 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Convertir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pdf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 a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json</a:t>
            </a:r>
            <a:endParaRPr lang="es-ES" sz="1200" dirty="0">
              <a:solidFill>
                <a:srgbClr val="262626">
                  <a:lumMod val="75000"/>
                  <a:lumOff val="25000"/>
                </a:srgbClr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Extraer respuestas correctas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Añadir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resp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. Correcta a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json</a:t>
            </a:r>
            <a:endParaRPr lang="es-ES" sz="1200" dirty="0">
              <a:solidFill>
                <a:srgbClr val="262626">
                  <a:lumMod val="75000"/>
                  <a:lumOff val="25000"/>
                </a:srgbClr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Añadir tipo (imagen/texto)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  <a:sym typeface="Wingdings" panose="05000000000000000000" pitchFamily="2" charset="2"/>
              </a:rPr>
              <a:t>Añadir titulación + año</a:t>
            </a:r>
            <a:endParaRPr lang="es-ES" sz="1200" dirty="0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33F7347-4785-853F-8FEF-9E3967C813C7}"/>
              </a:ext>
            </a:extLst>
          </p:cNvPr>
          <p:cNvSpPr txBox="1"/>
          <p:nvPr/>
        </p:nvSpPr>
        <p:spPr>
          <a:xfrm>
            <a:off x="6026709" y="4126750"/>
            <a:ext cx="24314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Modelos (llama3, mistral,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</a:rPr>
              <a:t>gemma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,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</a:rPr>
              <a:t>deepseek-coder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, phi3)</a:t>
            </a:r>
          </a:p>
          <a:p>
            <a:endParaRPr lang="es-ES" sz="1200" dirty="0">
              <a:solidFill>
                <a:srgbClr val="262626">
                  <a:lumMod val="75000"/>
                  <a:lumOff val="25000"/>
                </a:srgb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</a:rPr>
              <a:t>Prompt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 (sin, ES, EN)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RAG (libro,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</a:rPr>
              <a:t>url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200" dirty="0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2F83782-D3B9-17CB-DE09-FCE3D2164920}"/>
              </a:ext>
            </a:extLst>
          </p:cNvPr>
          <p:cNvSpPr txBox="1"/>
          <p:nvPr/>
        </p:nvSpPr>
        <p:spPr>
          <a:xfrm>
            <a:off x="8769909" y="4126749"/>
            <a:ext cx="24314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Métricas globales (precisión, </a:t>
            </a:r>
            <a:r>
              <a:rPr lang="es-ES" sz="1200" dirty="0" err="1">
                <a:solidFill>
                  <a:srgbClr val="262626">
                    <a:lumMod val="75000"/>
                    <a:lumOff val="25000"/>
                  </a:srgbClr>
                </a:solidFill>
              </a:rPr>
              <a:t>recall</a:t>
            </a: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>
                    <a:lumMod val="75000"/>
                    <a:lumOff val="25000"/>
                  </a:srgbClr>
                </a:solidFill>
              </a:rPr>
              <a:t>Análisis de diferencias entre configuraciones.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4A24CFE-C4C2-E88F-C2B2-54E84F187BAA}"/>
              </a:ext>
            </a:extLst>
          </p:cNvPr>
          <p:cNvSpPr txBox="1"/>
          <p:nvPr/>
        </p:nvSpPr>
        <p:spPr>
          <a:xfrm>
            <a:off x="540311" y="5613316"/>
            <a:ext cx="10661088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400" b="1" dirty="0"/>
              <a:t>Próximos pasos: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400" dirty="0"/>
              <a:t>Optimización de </a:t>
            </a:r>
            <a:r>
              <a:rPr lang="es-ES" sz="1400" dirty="0" err="1"/>
              <a:t>hiperparámetros</a:t>
            </a:r>
            <a:r>
              <a:rPr lang="es-ES" sz="1400" dirty="0"/>
              <a:t> y </a:t>
            </a:r>
            <a:r>
              <a:rPr lang="es-ES" sz="1400" dirty="0" err="1"/>
              <a:t>prompt</a:t>
            </a:r>
            <a:r>
              <a:rPr lang="es-ES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400" dirty="0"/>
              <a:t>Análisis de interpretabilidad y aplicación práctica.</a:t>
            </a:r>
          </a:p>
        </p:txBody>
      </p:sp>
    </p:spTree>
    <p:extLst>
      <p:ext uri="{BB962C8B-B14F-4D97-AF65-F5344CB8AC3E}">
        <p14:creationId xmlns:p14="http://schemas.microsoft.com/office/powerpoint/2010/main" val="3954756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4937</TotalTime>
  <Words>176</Words>
  <Application>Microsoft Office PowerPoint</Application>
  <PresentationFormat>Panorámica</PresentationFormat>
  <Paragraphs>33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Lorena Ariceta García</dc:creator>
  <cp:lastModifiedBy>Lorena Ariceta García</cp:lastModifiedBy>
  <cp:revision>3</cp:revision>
  <dcterms:created xsi:type="dcterms:W3CDTF">2024-07-07T16:30:20Z</dcterms:created>
  <dcterms:modified xsi:type="dcterms:W3CDTF">2025-09-16T14:18:27Z</dcterms:modified>
</cp:coreProperties>
</file>